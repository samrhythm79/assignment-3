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569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5944">
              <a:srgbClr val="BDCEEA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4A8A">
              <a:alpha val="40000"/>
            </a:srgbClr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286000" cy="228600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🎯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System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HR Analytics | Recruitment Intelligence | Predictive Modeling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HR Analytics &amp; Predictive Modeling  |  Dataset: 50,000 Candidate Records  |  Target: Placement Outcome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3566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teams handle large volumes of candidate data across academic performance, skills, experience, and interview outcomes.
</a:t>
            </a: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eligible candidates or offer recipients ultimately accept the job.
</a:t>
            </a: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cannot scale to predict acceptance probability effectively.
</a:t>
            </a: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offer dropout rates increase hiring cycle time and costs.
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0" y="1097280"/>
            <a:ext cx="3200400" cy="3566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0644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06440" y="169164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 job acceptance / rejection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Identify key acceptance drivers(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Handle missing &amp; noisy data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Provide actionable HR insights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Optimize recruitment strategy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Acceptance Prediction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probability that a candidate will accept a job offer before extending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Hiring Cycle Time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19019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offer dropouts and shorten the hiring cycle for faster placements.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7432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0584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Placement Factors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55080" y="19019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key variables impacting placement success rates across campuses.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27432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1752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Interview Strategy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" y="391363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interview evaluation methods with real-world acceptance outcomes.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7432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301752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8328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HR Decisions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83280" y="391363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HR managers with predictive insights for strategic hiring plans.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27432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01752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5508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Rate Improvement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355080" y="391363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overall placement rate by targeting high-probability candidates.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80160" y="1828800"/>
            <a:ext cx="36576" cy="1645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8580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13533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records with academic, skill, interview &amp; market data; intentional noise &amp; missing values.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80160" y="2834640"/>
            <a:ext cx="36576" cy="1645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1168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11680"/>
            <a:ext cx="68580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1168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235915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Shape/size checks, data type validation, null distributions, sample inspection.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280160" y="3840480"/>
            <a:ext cx="36576" cy="1645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1752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68580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1752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51560" y="33649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Mean/median/mode imputation, label encoding, feature scaling, inconsistency fixes.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02336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023360"/>
            <a:ext cx="68580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2336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5156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51560" y="43708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score vs acceptance, skills match impact, company tier vs rate, correlations.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1828800"/>
            <a:ext cx="36576" cy="1645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100584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1005840"/>
            <a:ext cx="68580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00584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71500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715000" y="13533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bands, academic bands, skills match level, interview category, placement score.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37760" y="201168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2011680"/>
            <a:ext cx="68580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01168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71500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Modeling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715000" y="235915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models; target: Placed=1 (Accepted) / Not Placed=0 (Rejected).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71500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715000" y="33649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657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Analyses Performed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Interview Score vs Job Acceptance Rate
📌  Skills Match % Impact on Placement
📌  Company Tier vs Acceptance Rate
📌  Work Experience vs Placement Success
📌  Competition Level vs Job Acceptance
📌  Correlation Heatmap (Numeric Features)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206240" cy="1645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Experience Category  →  Fresher / Junior / Senior
• Academic Bands  →  Low / Average / High
• Skills Match Level  →  Low / Medium / High
• Interview Category  →  Poor / Good / Excellent
• Placement Probability Score  →  Composite KPI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834640"/>
            <a:ext cx="420624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83464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32918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Total Candidates
🟩 Placement Rate (%)
🟦 Job Acceptance Rate (%)
🟩 Avg Interview Score
🟦 Avg Skills Match %
🟩 Offer Dropout Rate
🟦 High-Risk Candidate 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859536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Variable: Job Acceptance Status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→ Accepted (1)        Not Placed → Rejected (0)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743200" cy="29260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Data Preprocessing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AAB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Handle missing values
→  Encode categoricals
→  Scale numeric features
→  Logical consistency checks
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7832" y="1874520"/>
            <a:ext cx="2743200" cy="29260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87452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 Training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24231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AAB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Supervised classification
→  Train / Validation split
→  Cross-validation strategy
→  Hyperparameter tuning
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1344" y="1874520"/>
            <a:ext cx="2743200" cy="29260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87452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Model Evaluation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18504" y="24231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AAB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Accuracy, Precision, Recall
→  F1-Score &amp; AUC-ROC
→  Confusion matrix analysis
→  Feature importance ranking
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B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provide strong accuracy with explainability — actionable insights for HR decision-making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DELIVERABLES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36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647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Scikit-learn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41148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2219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4505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for data storage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1148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907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2889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1363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UI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520440"/>
            <a:ext cx="41148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593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575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8221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41148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4279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4261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5079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building &amp; evaluation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1463040"/>
            <a:ext cx="420624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03520" y="1517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 for EDA, preprocessing, ML modeling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350008"/>
            <a:ext cx="420624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2459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0352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2715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stored in MySQL database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236976"/>
            <a:ext cx="420624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30352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03520" y="3602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 with KPI metrics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123944"/>
            <a:ext cx="420624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5488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303520" y="4178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03520" y="44897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documentation with insights &amp;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4A8A">
              <a:alpha val="30000"/>
            </a:srgbClr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457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🎯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224028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ML solution for predicting candidate acceptance, reducing dropout rates,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B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enabling data-driven recruitment decisions.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874520" cy="4572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94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50K Candidate Dataset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3794760"/>
            <a:ext cx="1874520" cy="4572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3794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Real-World Data Handling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794760"/>
            <a:ext cx="1874520" cy="4572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794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End-to-End ML Pipeline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3794760"/>
            <a:ext cx="1874520" cy="4572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794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Interactive Streamlit Dashboard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HR Analytics &amp; Predictive Modeling  |  Dataset: 50,000 Records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722</Words>
  <Application>Microsoft Office PowerPoint</Application>
  <PresentationFormat>On-screen Show (16:9)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Acceptance Prediction System</dc:title>
  <dc:subject>PptxGenJS Presentation</dc:subject>
  <dc:creator>PptxGenJS</dc:creator>
  <cp:lastModifiedBy>SAMPATH KUMAR</cp:lastModifiedBy>
  <cp:revision>4</cp:revision>
  <dcterms:created xsi:type="dcterms:W3CDTF">2026-02-28T05:28:52Z</dcterms:created>
  <dcterms:modified xsi:type="dcterms:W3CDTF">2026-03-03T17:14:28Z</dcterms:modified>
</cp:coreProperties>
</file>